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e81fff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e81fff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e81fffd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e81fff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Aaron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ce81fffd7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ce81fffd7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Grace &amp; Josh - Demo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e81fffd7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e81fffd7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Phase II System Presentation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Bagel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3: GPS Speech Navigation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AS-IS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has just arrived to campus and needs to navigate her way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She uses her cane to feel her way through the halls, asking bystanders if she is going the right direction.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eventually arrives to class, but has shown up late after going down the wrong hallway or got off the elevator on the wrong floor.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TO-BE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has just arrived to campus and needs to navigate her way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She uses Theia’s voice recognition to set a path destination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 application uses text-to-speech software to direct Grace on which halls to turn down and which floors to get off on.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arrives to class on time. </a:t>
            </a:r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:-)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talking when (delete before presentation)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1 - Nick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2 - Jaeger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3 - Aaron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part 1 - layout of app(Josh)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 part 2 - demo of scenarios (Grace)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